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563B4-F335-9CC8-EF9F-6CD774769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6E310A-7B0A-56AB-B4DB-DA95F5D98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7F294B-C758-FCF8-6516-E03D8BDB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BA95F8-6B95-FD38-00ED-52523662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BAC228-83CC-56C0-5F28-4054417E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06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8FD4A-8665-FFA1-AA76-A0B6C45F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EE52AB-D21C-0B31-308F-CDD26799B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F3F64F-4046-5D9E-F270-73BA7BAA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1FB06F-7C99-AD2C-59E3-4E4BCC26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EB239C-2143-343C-F4BE-2868747B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93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D8C93-FE04-4F35-3CF4-1A04922E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A501ED-945B-C85C-1DC5-4924DD94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B10B55-CF6A-B557-855A-400F15ED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AB7514-7BA9-BD45-B301-F3EA092E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C8F8E7-22E9-9F89-091F-A990CFF2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4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05176-107F-8D52-084B-2CF13022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65836D-73CB-2A4E-52D3-63D8A5474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BB6493D-54C0-03F6-CBB1-5D5E44FD4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5DC07F-84E2-AA51-5536-19318E31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75DE46-D5F0-6311-2772-00F84CBB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DF2DDC-A3DA-6176-7D07-FD56C168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33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99A35-2F24-273D-D4BF-C36FA990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A375E6-E7CF-59C3-7D6F-F567FA977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8E545F-EF82-8A03-4FAB-AAE129F01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56E14F-B300-D317-27FC-FA40149FE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581226-BADA-6ADF-A34F-5D64C84AE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5E8CE8-5493-F725-301A-2447D10C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A46211-3C40-D300-215D-399DBA81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E351D2-8FED-C2BE-DAED-E9BB4DD4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52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25117-5C54-D81B-1479-1517D845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BF0CC6-F969-0DC7-4A31-C2C1629F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511F10-E928-12FE-9A0D-90CB3FE0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C7E0D7-6087-263F-5379-E37FD3B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15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57A69F-6671-F559-D5E3-83A62B46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A415F2-63FD-CE97-06B6-03A00DFB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5AB9D1-CD7A-F3E7-56C2-A8869019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6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4CE31-3243-D0C7-906E-F786223E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ACFCEF-03F5-1524-098E-1463002D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E6AB12-39AF-F6F9-FF05-533E5662D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A13EF2-7D4F-6C43-CE66-42302815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DDBF9-A5FD-C87C-A532-070ECD4C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D2E78A-8A0F-ECE0-2478-ADF386E3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54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628EB-D455-95E5-4E4D-4631D0AD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6E90A0-B63C-6345-2DA1-EC51617FA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714B98-6570-253A-941E-6D3D87D18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2FE5FA-0BF1-719D-DA31-5F73C867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51D9F3-1027-E55B-6432-01A065C6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A087F-954C-8EF4-D48A-E76F348C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72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19C75-0129-1096-C3F3-7DF0D355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6B3228-89B9-78C8-ED22-FB32A9B8B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76BAD6-E98F-15AD-8BEA-D423E106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A5C82D-7985-74DE-2390-A3D30BB2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A09707-04DD-D95C-3E53-69F73BD3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646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8CC460-3975-CDB8-1AA6-6460EFA57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A1664F-6CA3-8B80-9B2E-E86C8C849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37722-0B74-C104-F6F4-4BB85208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8FD2C3-D11A-B472-9D27-78F92704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736CD-3E46-6601-1ABD-45BE207F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79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2E69523-5E45-E72F-0F22-9E2D78539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13438A-E950-4F96-DE9B-74D80B9D3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55F41C-1D86-F284-166A-0C7B91066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E4D7D-FBE8-4D75-8370-563B598E7497}" type="datetimeFigureOut">
              <a:rPr lang="fr-FR" smtClean="0"/>
              <a:t>22/08/2026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0E858-9AEB-D952-8FD6-B752B6A51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0146D-3620-8C98-28AD-F06963756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BE707-5205-4139-8CC0-162DA94A14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94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402E3-A3E2-7E89-AC77-B92E251ACD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Unsupervised</a:t>
            </a:r>
            <a:r>
              <a:rPr lang="fr-FR" dirty="0"/>
              <a:t> Learning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734B61-5D22-3452-8D7C-6FD9B98D39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91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D99B76-BB19-6CBB-DCF1-19F8FCD7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Definition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51E7C9-D5BD-D39E-2FB6-3C9D0A07F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Unsupervised Learning is a type of machine learning where the model works without labelled data. It learns patterns on its own by grouping similar data points or finding hidden structures without any human intervention.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is used for tasks like clustering, dimensionality reduction and Association Rule Learning.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Helps identify hidden patterns in data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Useful for grouping, compression and anomaly detection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19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A396AF4-CDA9-3EC3-DC6D-149AD8805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815" y="463135"/>
            <a:ext cx="8363510" cy="5931729"/>
          </a:xfrm>
        </p:spPr>
      </p:pic>
    </p:spTree>
    <p:extLst>
      <p:ext uri="{BB962C8B-B14F-4D97-AF65-F5344CB8AC3E}">
        <p14:creationId xmlns:p14="http://schemas.microsoft.com/office/powerpoint/2010/main" val="197164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A67EB-5312-4F40-5B0E-D1B5B707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PCA (Principal Component Analysis)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17F5CA-C7F1-4C5A-309C-A59D092CE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PCA (Principal Component Analysis) is a dimensionality reduction technique and helps us to reduce the number of features in a dataset while keeping the most important information. It changes complex datasets by transforming correlated features into a smaller set of uncorrelated components.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411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3D8F9-2714-2BA2-43F0-0A6C6AB2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PCA </a:t>
            </a:r>
            <a:r>
              <a:rPr lang="fr-FR" dirty="0" err="1"/>
              <a:t>Geometry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FC1BB4E-8657-C1C8-3BA4-562FD01F8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5" cy="4351338"/>
          </a:xfrm>
        </p:spPr>
      </p:pic>
    </p:spTree>
    <p:extLst>
      <p:ext uri="{BB962C8B-B14F-4D97-AF65-F5344CB8AC3E}">
        <p14:creationId xmlns:p14="http://schemas.microsoft.com/office/powerpoint/2010/main" val="207869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97F37-2C11-46EA-6D12-433F841E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B0D44A-0C63-FAA0-A8E9-98FDBE061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K-Means Clustering groups similar data points into clusters without needing labeled data. It is used to uncover hidden patterns when the goal is to organize data based on similarity.</a:t>
            </a:r>
          </a:p>
          <a:p>
            <a:pPr marL="0" indent="0">
              <a:buNone/>
            </a:pPr>
            <a:br>
              <a:rPr lang="en-US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946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19B3BE5-31E7-F91A-D4CF-3C706B1DF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5" cy="4351338"/>
          </a:xfrm>
        </p:spPr>
      </p:pic>
    </p:spTree>
    <p:extLst>
      <p:ext uri="{BB962C8B-B14F-4D97-AF65-F5344CB8AC3E}">
        <p14:creationId xmlns:p14="http://schemas.microsoft.com/office/powerpoint/2010/main" val="10923664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155</Words>
  <Application>Microsoft Office PowerPoint</Application>
  <PresentationFormat>Grand écran</PresentationFormat>
  <Paragraphs>12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Nunito</vt:lpstr>
      <vt:lpstr>Thème Office</vt:lpstr>
      <vt:lpstr>Unsupervised Learning</vt:lpstr>
      <vt:lpstr>Definition</vt:lpstr>
      <vt:lpstr>Présentation PowerPoint</vt:lpstr>
      <vt:lpstr>PCA (Principal Component Analysis)</vt:lpstr>
      <vt:lpstr>PCA Geometry</vt:lpstr>
      <vt:lpstr>K-Means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brahim zirari</dc:creator>
  <cp:lastModifiedBy>brahim zirari</cp:lastModifiedBy>
  <cp:revision>3</cp:revision>
  <dcterms:created xsi:type="dcterms:W3CDTF">2026-08-07T08:51:17Z</dcterms:created>
  <dcterms:modified xsi:type="dcterms:W3CDTF">2026-08-22T13:19:43Z</dcterms:modified>
</cp:coreProperties>
</file>